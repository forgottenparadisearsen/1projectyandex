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E0412C2-B3E3-4C90-B0F4-041E70FFC9E4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D936D3AB-5858-4C15-8EAD-F3E20330958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09120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12C2-B3E3-4C90-B0F4-041E70FFC9E4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D3AB-5858-4C15-8EAD-F3E203309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811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12C2-B3E3-4C90-B0F4-041E70FFC9E4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D3AB-5858-4C15-8EAD-F3E20330958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24588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12C2-B3E3-4C90-B0F4-041E70FFC9E4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D3AB-5858-4C15-8EAD-F3E203309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886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12C2-B3E3-4C90-B0F4-041E70FFC9E4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D3AB-5858-4C15-8EAD-F3E203309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19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12C2-B3E3-4C90-B0F4-041E70FFC9E4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D3AB-5858-4C15-8EAD-F3E203309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09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12C2-B3E3-4C90-B0F4-041E70FFC9E4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D3AB-5858-4C15-8EAD-F3E203309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257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12C2-B3E3-4C90-B0F4-041E70FFC9E4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D3AB-5858-4C15-8EAD-F3E203309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024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12C2-B3E3-4C90-B0F4-041E70FFC9E4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D3AB-5858-4C15-8EAD-F3E203309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0972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12C2-B3E3-4C90-B0F4-041E70FFC9E4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D3AB-5858-4C15-8EAD-F3E203309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44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12C2-B3E3-4C90-B0F4-041E70FFC9E4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D3AB-5858-4C15-8EAD-F3E203309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692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CE0412C2-B3E3-4C90-B0F4-041E70FFC9E4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D936D3AB-5858-4C15-8EAD-F3E203309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5731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Encyclopedia about tanks</a:t>
            </a:r>
            <a:r>
              <a:rPr lang="en-US" b="1" dirty="0"/>
              <a:t/>
            </a:r>
            <a:br>
              <a:rPr lang="en-US" b="1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Проект был создан на - приложение "Энциклопедия танков СССР". Создатель Иванов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Арсен</a:t>
            </a:r>
            <a:endParaRPr lang="ru-RU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Звук 9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1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Цели проекта</a:t>
            </a:r>
            <a:r>
              <a:rPr lang="ru-RU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Ознакомление и изучение характеристик, внешнего </a:t>
            </a: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вида танков СССР в период с 1924 -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1939</a:t>
            </a:r>
            <a:endParaRPr lang="ru-RU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ru-RU" b="1" dirty="0"/>
          </a:p>
          <a:p>
            <a:endParaRPr lang="ru-RU" dirty="0"/>
          </a:p>
        </p:txBody>
      </p:sp>
      <p:pic>
        <p:nvPicPr>
          <p:cNvPr id="7" name="Звук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829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1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Будующие</a:t>
            </a:r>
            <a:r>
              <a:rPr lang="ru-RU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нововведения проекта </a:t>
            </a:r>
            <a:r>
              <a:rPr lang="ru-RU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Encyclopedia about tanks":</a:t>
            </a:r>
            <a:b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Разработать удобный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интерфейс</a:t>
            </a:r>
            <a:endParaRPr lang="ru-RU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2)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Сделать полный режим приложению</a:t>
            </a:r>
          </a:p>
          <a:p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Сделать адаптирующие картинки</a:t>
            </a:r>
          </a:p>
          <a:p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Расширить список техники</a:t>
            </a:r>
          </a:p>
          <a:p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Добавить диалоговые окна</a:t>
            </a:r>
            <a:endParaRPr lang="ru-RU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ru-RU" dirty="0"/>
          </a:p>
        </p:txBody>
      </p:sp>
      <p:pic>
        <p:nvPicPr>
          <p:cNvPr id="7" name="Звук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0054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Приложение "</a:t>
            </a:r>
            <a:r>
              <a:rPr lang="ru-RU" b="1" i="1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Encyclopedia</a:t>
            </a:r>
            <a:r>
              <a:rPr lang="ru-RU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b="1" i="1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about</a:t>
            </a:r>
            <a:r>
              <a:rPr lang="ru-RU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b="1" i="1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tanks</a:t>
            </a:r>
            <a:r>
              <a:rPr lang="ru-RU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 включает в себя:</a:t>
            </a:r>
            <a:br>
              <a:rPr lang="ru-RU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Технические характеристики танков</a:t>
            </a:r>
          </a:p>
          <a:p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2) Курсор</a:t>
            </a:r>
          </a:p>
          <a:p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3) Картинки танков</a:t>
            </a:r>
          </a:p>
          <a:p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4) Даты создания этих танков</a:t>
            </a:r>
          </a:p>
          <a:p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5) Краткое описания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танков</a:t>
            </a:r>
          </a:p>
          <a:p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6)</a:t>
            </a:r>
            <a:r>
              <a:rPr lang="en-US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HTMl</a:t>
            </a: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b="1" i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</a:t>
            </a: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CSS</a:t>
            </a:r>
            <a:endParaRPr lang="ru-RU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ru-RU" b="1" dirty="0"/>
          </a:p>
          <a:p>
            <a:endParaRPr lang="ru-RU" dirty="0"/>
          </a:p>
        </p:txBody>
      </p:sp>
      <p:pic>
        <p:nvPicPr>
          <p:cNvPr id="7" name="Звук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0229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Статус проекта</a:t>
            </a:r>
            <a:endParaRPr lang="ru-RU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Ранняя разработка, проект будет улучшаться еще</a:t>
            </a:r>
            <a:endParaRPr lang="ru-RU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Звук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7989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79</TotalTime>
  <Words>115</Words>
  <Application>Microsoft Office PowerPoint</Application>
  <PresentationFormat>Широкоэкранный</PresentationFormat>
  <Paragraphs>19</Paragraphs>
  <Slides>5</Slides>
  <Notes>0</Notes>
  <HiddenSlides>0</HiddenSlides>
  <MMClips>5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Century Schoolbook</vt:lpstr>
      <vt:lpstr>Wingdings 2</vt:lpstr>
      <vt:lpstr>View</vt:lpstr>
      <vt:lpstr>Encyclopedia about tanks </vt:lpstr>
      <vt:lpstr>Цели проекта:</vt:lpstr>
      <vt:lpstr>Будующие нововведения проекта "Encyclopedia about tanks": </vt:lpstr>
      <vt:lpstr>Приложение "Encyclopedia about tanks" включает в себя: </vt:lpstr>
      <vt:lpstr>Статус проекта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Encyclopedia about tanks</dc:title>
  <dc:creator>Учетная запись Майкрософт</dc:creator>
  <cp:lastModifiedBy>Учетная запись Майкрософт</cp:lastModifiedBy>
  <cp:revision>8</cp:revision>
  <dcterms:created xsi:type="dcterms:W3CDTF">2025-11-13T12:47:34Z</dcterms:created>
  <dcterms:modified xsi:type="dcterms:W3CDTF">2025-11-19T17:35:14Z</dcterms:modified>
</cp:coreProperties>
</file>